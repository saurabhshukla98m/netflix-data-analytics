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24344-A363-8075-9F3A-0666AAC45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7F323-F619-6906-B873-4E6683D60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960E5-0F10-86A0-3E2F-AC23566D7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E5034-3E7D-AC5A-F38D-CC30D463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9C41-BCA6-7BBD-F3D0-EE33A2EB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7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A40DC-6C8C-1E49-E8D9-5E85F27AE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9F6DC-0694-A9D1-F986-2907D1827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89A01-3892-57C2-0659-A089B68E6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EDA6F-9587-10BD-6FA9-EE8E39579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13741-A9E4-2090-87AC-C0332069A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28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2E4A-0F5B-2BAC-51EB-8B7109EA5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3DA89-DB74-C85A-C25B-80548ED1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6ED60-B7A2-B0FE-CE2E-29B54078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B1D92-9BDD-64CB-2B6A-75A0A793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5C278-ACCE-CECD-CF70-B6714635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7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8A23-E018-27B0-8430-8E178F641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22BD-07F1-339F-EE21-A7266D31C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AEFF7F-0A62-96EF-3B26-30D832F75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B4E54-C7B8-9F6E-1C54-D5EBD394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FF50A-A583-BE61-9169-A41E18B9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23805-B0F1-8564-FB38-F3060082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00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11A9C-10CD-9523-B37B-67E3456B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8ABFA-5324-2A00-9B36-7D464C6F5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65CF1-F558-C41C-10B2-87E08BBDC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84B24D-54FB-C685-FF01-53ED85B04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6739B-C46E-69A6-843D-DE16A5EE94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326F91-2E91-C78A-2415-E5EC021F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7C4CF-573A-93C7-68DB-3C8FBC6F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12DE43-DC16-C57F-896B-21A9A302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97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3C9A0-68C8-3FBE-26FC-96681FAD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631C5-72CD-E944-E993-411891AB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1D4BC-8A04-3E7B-66F6-483F5A3F8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D360B-B1B5-4511-17FD-0A8A280A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49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45B1E-E64D-1556-88AB-9E6F75F6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4964C6-431F-DFDC-F939-3FBF9896A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DA215-829C-A21D-BC9A-3AD2A762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1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689D-69AE-4F17-847F-C23E10B3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421C4-4582-7ABC-4905-6C197A868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82EFE-D4B0-4C8F-2860-B80D86591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BF4F-F07A-34BB-6CB8-EFEB20BF4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25E90-5F36-EBAC-4F93-7268FBED3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FA7AD-6CED-97C0-84E3-DE57C157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106C4-5C73-8BE3-EEA3-C9CBCF594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0892C-44DB-FB3F-6AAC-6F69BA7E68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B28F2-16FF-10F0-F048-11B8C04FF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F3691-B5BE-F4C1-A2F5-51CB9CD7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8E412-D66B-2917-602A-C9448856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3B298-7B79-ABD8-8FF1-1B9A843CC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7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A901-AF7F-2564-E9FE-D04A9A77F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28652-66E8-AE95-2EE0-0D75C4BD9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97FAD-070E-5B7E-8295-3CAA3396F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6A61C-2E6E-22B6-7E09-1FA5460E1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AE9E5-D0C8-E96C-00CB-8ED56B09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80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85116-FCA6-EDCF-EC3C-E72B499E5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6B24F-BC8C-910A-14CB-C29F15901D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732FD-C43A-9FC4-DB9D-DDC32E55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A0842-896F-7C37-7526-F6345D414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78476-9DDB-E9CC-F8C3-36A9A949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86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08132-47CC-F025-C0FB-1D1C09540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F5E66-9D3F-25B3-C7BB-C0F06DE13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98CEF-42C0-EBF7-2BA9-077323273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118BF-5C51-47F5-B978-D23F43DDB9FA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31355-94EC-A3B7-8378-E328390D7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FEABA-069C-9FDB-2563-71CDCCFBC7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93C260-263D-4BF9-A0EA-7032A935E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4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47ADE2-5613-146A-F83A-85B2C1B45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79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568AA-AFF5-28DF-EC19-A82FC9BAC1D2}"/>
              </a:ext>
            </a:extLst>
          </p:cNvPr>
          <p:cNvSpPr txBox="1"/>
          <p:nvPr/>
        </p:nvSpPr>
        <p:spPr>
          <a:xfrm>
            <a:off x="355600" y="1329267"/>
            <a:ext cx="333578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/>
              <a:t>LOAD THE </a:t>
            </a:r>
          </a:p>
          <a:p>
            <a:r>
              <a:rPr lang="en-US" sz="2500" b="1" dirty="0">
                <a:solidFill>
                  <a:srgbClr val="FF0000"/>
                </a:solidFill>
              </a:rPr>
              <a:t>REQUIRED LIBRARIES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A77697-34FC-0BEE-4954-5F92EC17F4F6}"/>
              </a:ext>
            </a:extLst>
          </p:cNvPr>
          <p:cNvCxnSpPr/>
          <p:nvPr/>
        </p:nvCxnSpPr>
        <p:spPr>
          <a:xfrm>
            <a:off x="431800" y="2191041"/>
            <a:ext cx="1016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32CF07C-DD54-8F74-05D8-712410BAD0CF}"/>
              </a:ext>
            </a:extLst>
          </p:cNvPr>
          <p:cNvSpPr txBox="1"/>
          <p:nvPr/>
        </p:nvSpPr>
        <p:spPr>
          <a:xfrm>
            <a:off x="296332" y="2319867"/>
            <a:ext cx="5054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import the necessary Python libraries for data</a:t>
            </a:r>
          </a:p>
          <a:p>
            <a:r>
              <a:rPr lang="en-US" dirty="0"/>
              <a:t>Manipulation, visualization and text analysis.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A872E-457E-87AE-7E5C-CE954703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32" y="3719082"/>
            <a:ext cx="5679974" cy="1488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9C3F69-C77A-8FD0-D80D-DE5A7B65E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96" y="3719082"/>
            <a:ext cx="4143953" cy="1543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889E6D-074D-F5BF-2FC1-A60D522B89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114" y="256462"/>
            <a:ext cx="4734188" cy="27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59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C7FE589-CDDD-236B-01BE-CE50FB624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98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58BE93-D7C6-569E-D588-BCA2498B4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540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83AEF7-0E57-1061-0CA5-787ED8121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0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5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A2130-7F61-F62F-86A9-D7CB2AC01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4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17240-4C7B-0597-FA7D-1DE3D0B59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128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74C021-3979-6E11-AB00-BEFA5CB88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0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07961A-8647-B0F0-B54B-8DE262AC2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11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359A86-F277-6B0C-3AC5-28D96CA78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62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0B4BEF-BCB7-A6D3-4333-FC87958FB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6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40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20A1E3-4434-BB13-7A8F-50ADD43D1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8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14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D7F572-6AFC-E5C2-1BD4-9FFF76888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5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19</Words>
  <Application>Microsoft Office PowerPoint</Application>
  <PresentationFormat>Widescreen</PresentationFormat>
  <Paragraphs>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shukla</dc:creator>
  <cp:lastModifiedBy>saurabh shukla</cp:lastModifiedBy>
  <cp:revision>1</cp:revision>
  <dcterms:created xsi:type="dcterms:W3CDTF">2026-09-06T05:25:53Z</dcterms:created>
  <dcterms:modified xsi:type="dcterms:W3CDTF">2026-09-06T06:37:17Z</dcterms:modified>
</cp:coreProperties>
</file>